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3"/>
  </p:notesMasterIdLst>
  <p:sldIdLst>
    <p:sldId id="256" r:id="rId2"/>
    <p:sldId id="280" r:id="rId3"/>
    <p:sldId id="284" r:id="rId4"/>
    <p:sldId id="283" r:id="rId5"/>
    <p:sldId id="285" r:id="rId6"/>
    <p:sldId id="286" r:id="rId7"/>
    <p:sldId id="287" r:id="rId8"/>
    <p:sldId id="290" r:id="rId9"/>
    <p:sldId id="288" r:id="rId10"/>
    <p:sldId id="291" r:id="rId11"/>
    <p:sldId id="28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70" autoAdjust="0"/>
  </p:normalViewPr>
  <p:slideViewPr>
    <p:cSldViewPr snapToGrid="0">
      <p:cViewPr varScale="1">
        <p:scale>
          <a:sx n="108" d="100"/>
          <a:sy n="108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10.06.2026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597B-129E-4F34-A877-8C1D72D0B91B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6683-0D28-44F0-8075-F5B29A5D4D6B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5CF7B-D464-4C7A-A912-B959E94E0ED2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7838-9C78-401C-81C2-47F30F126051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80F1C-F147-4868-90B0-6024C60D4F96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BCF5-5DF5-4E7E-B1C2-23700FABA9A7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E6341-5644-489C-A1FD-B0D2B852BE2F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270C8-AF53-4CE5-AA53-BAC5BC86420B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D8C0-6D0C-4AE7-A0D3-94877D46A3A0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CDA-AF0A-4C96-9C90-404D8D0B8DA5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8BA7-07BE-4FE9-BB25-15FCADC13A1C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24FDF-95B2-4E8A-BEEE-71A370682AB8}" type="datetime1">
              <a:rPr lang="en-US" smtClean="0"/>
              <a:t>6/10/2026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articles/865664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66045" y="3156307"/>
            <a:ext cx="9144000" cy="132454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PROS AND CONS OF AI</a:t>
            </a:r>
            <a:br>
              <a:rPr lang="en-US" b="1" dirty="0">
                <a:solidFill>
                  <a:schemeClr val="bg1"/>
                </a:solidFill>
              </a:rPr>
            </a:br>
            <a:endParaRPr lang="ru-RU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49567" y="5363448"/>
            <a:ext cx="5888361" cy="54933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Student: Miroshnichenko Stanislav Sergeevich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C39D0-AA37-E662-E9BC-751667C2E468}"/>
              </a:ext>
            </a:extLst>
          </p:cNvPr>
          <p:cNvSpPr txBox="1"/>
          <p:nvPr/>
        </p:nvSpPr>
        <p:spPr>
          <a:xfrm>
            <a:off x="6399234" y="5912786"/>
            <a:ext cx="6147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Teacher: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Reshetova</a:t>
            </a:r>
            <a:r>
              <a:rPr lang="en-US" sz="2400" dirty="0">
                <a:solidFill>
                  <a:schemeClr val="bg1"/>
                </a:solidFill>
              </a:rPr>
              <a:t> Olga Alekseevna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09934" y="100208"/>
            <a:ext cx="2127420" cy="681038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Plan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77993" y="1441895"/>
            <a:ext cx="10396728" cy="397421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1. History of AI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2. Main features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3. Pros and cons of AI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4. How will AI develop further?</a:t>
            </a:r>
            <a:endParaRPr lang="ru-RU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accent1"/>
                </a:solidFill>
              </a:rPr>
              <a:t>5. </a:t>
            </a:r>
            <a:r>
              <a:rPr lang="en-US" dirty="0">
                <a:solidFill>
                  <a:schemeClr val="accent1"/>
                </a:solidFill>
              </a:rPr>
              <a:t>AI usage statistics</a:t>
            </a:r>
            <a:endParaRPr lang="ru-RU" dirty="0">
              <a:solidFill>
                <a:schemeClr val="accent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EA51D22-6FDE-3FF4-7F14-483C64CF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293" y="2400365"/>
            <a:ext cx="3676389" cy="3676389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DDCE04C-9207-1D17-AD60-6F88377D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32FB7-86F1-C03C-CD28-33A862D4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198" y="58237"/>
            <a:ext cx="4410206" cy="687061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Main features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BDAF05-485E-868F-A3D3-DA80027DD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16" y="1190495"/>
            <a:ext cx="7653403" cy="4374759"/>
          </a:xfrm>
        </p:spPr>
        <p:txBody>
          <a:bodyPr>
            <a:noAutofit/>
          </a:bodyPr>
          <a:lstStyle/>
          <a:p>
            <a:pPr marL="342900" indent="-342900"/>
            <a:r>
              <a:rPr lang="en-US" sz="3600" dirty="0">
                <a:solidFill>
                  <a:schemeClr val="accent1"/>
                </a:solidFill>
              </a:rPr>
              <a:t>It's Completely Free</a:t>
            </a:r>
          </a:p>
          <a:p>
            <a:pPr marL="342900" indent="-342900"/>
            <a:r>
              <a:rPr lang="en-US" sz="3600" dirty="0">
                <a:solidFill>
                  <a:schemeClr val="accent1"/>
                </a:solidFill>
              </a:rPr>
              <a:t>It Understands Your Files</a:t>
            </a:r>
          </a:p>
          <a:p>
            <a:pPr marL="342900" indent="-342900"/>
            <a:r>
              <a:rPr lang="en-US" sz="3600" dirty="0">
                <a:solidFill>
                  <a:schemeClr val="accent1"/>
                </a:solidFill>
              </a:rPr>
              <a:t>It's a Helpful Writer and Teacher</a:t>
            </a:r>
          </a:p>
          <a:p>
            <a:pPr marL="342900" indent="-342900"/>
            <a:r>
              <a:rPr lang="en-US" sz="3600" dirty="0">
                <a:solidFill>
                  <a:schemeClr val="accent1"/>
                </a:solidFill>
              </a:rPr>
              <a:t>It's a Programming Assistant</a:t>
            </a:r>
          </a:p>
          <a:p>
            <a:pPr marL="342900" indent="-342900"/>
            <a:r>
              <a:rPr lang="en-US" sz="3600" dirty="0">
                <a:solidFill>
                  <a:schemeClr val="accent1"/>
                </a:solidFill>
              </a:rPr>
              <a:t>It Has a Large Memory</a:t>
            </a:r>
          </a:p>
          <a:p>
            <a:pPr marL="342900" indent="-342900"/>
            <a:r>
              <a:rPr lang="en-US" sz="3600" dirty="0">
                <a:solidFill>
                  <a:schemeClr val="accent1"/>
                </a:solidFill>
              </a:rPr>
              <a:t>It Can Search the Internet</a:t>
            </a:r>
            <a:endParaRPr lang="ru-RU" sz="3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8D01B3-6F95-5C25-D69F-BF7A2F480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326" y="3206663"/>
            <a:ext cx="3099148" cy="3099148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402CE24D-8B39-EFF8-C36A-B4A90448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0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D22E6-121F-A08B-AE95-E085A88E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405" y="0"/>
            <a:ext cx="4547992" cy="85803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History of AI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CA7268-23FB-5FEB-B45F-21DEA8AD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214" y="1161746"/>
            <a:ext cx="7441504" cy="435133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1940s</a:t>
            </a:r>
            <a:r>
              <a:rPr lang="en-US" dirty="0">
                <a:solidFill>
                  <a:schemeClr val="accent1"/>
                </a:solidFill>
              </a:rPr>
              <a:t> – Warren McCulloch &amp; Walter Pitts create the first mathematical model of an artificial neuron, laying the foundation for neural networks.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2000s</a:t>
            </a:r>
            <a:r>
              <a:rPr lang="en-US" dirty="0">
                <a:solidFill>
                  <a:schemeClr val="accent1"/>
                </a:solidFill>
              </a:rPr>
              <a:t> – Neural networks become actively integrated into internet technologies (search, recommendations, advertising).</a:t>
            </a:r>
          </a:p>
          <a:p>
            <a:r>
              <a:rPr lang="en-US" b="1" dirty="0">
                <a:solidFill>
                  <a:schemeClr val="accent1"/>
                </a:solidFill>
              </a:rPr>
              <a:t>2020s</a:t>
            </a:r>
            <a:r>
              <a:rPr lang="en-US" dirty="0">
                <a:solidFill>
                  <a:schemeClr val="accent1"/>
                </a:solidFill>
              </a:rPr>
              <a:t> – Rise of generative AI models (ChatGPT, DALL·E, Midjourney) capable of creating text, images, videos, presentations, and code – becoming part of everyday life.</a:t>
            </a:r>
          </a:p>
          <a:p>
            <a:pPr marL="0" indent="0">
              <a:buNone/>
            </a:pPr>
            <a:endParaRPr lang="ru-RU" dirty="0">
              <a:solidFill>
                <a:schemeClr val="accent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E4ACFA-D658-1A2B-8CE9-63C54E38A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718" y="1027918"/>
            <a:ext cx="4212624" cy="4802163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F2BB3B-0ACA-37EF-EC66-95E7886D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6546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43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71065-C8CB-78FF-F239-02EAE876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44" y="189390"/>
            <a:ext cx="5332956" cy="98329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of AI</a:t>
            </a:r>
            <a:br>
              <a:rPr lang="en-US" dirty="0">
                <a:solidFill>
                  <a:schemeClr val="accent1"/>
                </a:solidFill>
              </a:rPr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360D7-1050-AC55-A6CC-140D231695B9}"/>
              </a:ext>
            </a:extLst>
          </p:cNvPr>
          <p:cNvSpPr txBox="1"/>
          <p:nvPr/>
        </p:nvSpPr>
        <p:spPr>
          <a:xfrm>
            <a:off x="6050071" y="2768252"/>
            <a:ext cx="3551129" cy="2655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5DF7BBA-B70C-F8D0-8CDB-5D4CC2177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5153" y="1172683"/>
            <a:ext cx="9833976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dirty="0">
                <a:solidFill>
                  <a:schemeClr val="accent1"/>
                </a:solidFill>
              </a:rPr>
              <a:t>The advantages of AI</a:t>
            </a:r>
            <a:endParaRPr lang="ru-RU" sz="3200" dirty="0">
              <a:solidFill>
                <a:schemeClr val="accent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sz="3200" dirty="0">
              <a:solidFill>
                <a:schemeClr val="accent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✅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High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Efficiency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: AI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automates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repetitive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tasks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to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save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time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✅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24/7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Availability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: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Machines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do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not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need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sleep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,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breaks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,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or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vacations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✅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Reduction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of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Human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Error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: AI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increases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accuracy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in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calculations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and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data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analysis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✅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Fast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Decision-Making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: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Algorithms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process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massive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datasets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much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quicker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than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humans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22C2DF7-80AC-EBB6-338B-B4377E825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5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87E98-2FE5-103E-52AE-7D79AD79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70" y="-19854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Cons of AI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A1A50E-F1C6-61FF-4920-F059205A99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0850" y="1020843"/>
            <a:ext cx="946785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dirty="0">
                <a:solidFill>
                  <a:schemeClr val="accent1"/>
                </a:solidFill>
              </a:rPr>
              <a:t>The disadvantages of AI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3200" dirty="0">
              <a:solidFill>
                <a:schemeClr val="accent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❌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Job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Displacement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: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Automation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replaces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human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workers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in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many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industries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❌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High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Implementation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Costs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: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Developing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and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maintaining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complex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AI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systems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is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expensive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❌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Lack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of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Creativity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: AI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cannot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think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outside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the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box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or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feel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true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human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emotions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❌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Bias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and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Discrimination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: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Algorithms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can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replicate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prejudices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found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in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their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training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</a:rPr>
              <a:t>data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C19E47-938F-EFC4-001F-83EE86D2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99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69D95-1628-B946-13FC-9B91E99A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836" y="102078"/>
            <a:ext cx="10515600" cy="1325563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How will AI develop further?</a:t>
            </a:r>
            <a:br>
              <a:rPr lang="ru-RU" dirty="0">
                <a:solidFill>
                  <a:schemeClr val="accent1"/>
                </a:solidFill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E8950-DAEC-F699-36EB-DF4F0C626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9729" y="1013634"/>
            <a:ext cx="7060737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The Shift to Autonomous Agents (Agentic AI): Autonomy—AI ceases to be merely a chatbot that responds sequentially to queries.</a:t>
            </a:r>
          </a:p>
          <a:p>
            <a:pPr marL="0" indent="0">
              <a:buNone/>
            </a:pP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BBC87-CC14-1759-0F7D-68DD41FA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5FE885-6D27-6939-04D0-D2037DA6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98158" y="1013634"/>
            <a:ext cx="2546882" cy="339468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673A2D-86FF-B974-B4A5-60E296BD1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729" y="3189303"/>
            <a:ext cx="5261500" cy="305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6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6C04C0-5EEB-DEBC-4806-C4C8822C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bg1"/>
                </a:solidFill>
              </a:rPr>
              <a:pPr/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589E6-AC60-04CD-BBB0-5B5165E686C3}"/>
              </a:ext>
            </a:extLst>
          </p:cNvPr>
          <p:cNvSpPr txBox="1"/>
          <p:nvPr/>
        </p:nvSpPr>
        <p:spPr>
          <a:xfrm>
            <a:off x="801209" y="148246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How will AI develop further?</a:t>
            </a:r>
            <a:endParaRPr lang="ru-RU" sz="28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2AF44-D10E-4450-3A23-3F18AA7EA731}"/>
              </a:ext>
            </a:extLst>
          </p:cNvPr>
          <p:cNvSpPr txBox="1"/>
          <p:nvPr/>
        </p:nvSpPr>
        <p:spPr>
          <a:xfrm>
            <a:off x="688019" y="948093"/>
            <a:ext cx="78522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Approaching AGI (Artificial General Intelligence): Timeline—Major laboratories (OpenAI, Anthropic, Google DeepMind) project the emergence of minimal AGI (intelligence equivalent to human intelligence across most cognitive tasks) as early as 2027–2028.</a:t>
            </a:r>
          </a:p>
        </p:txBody>
      </p:sp>
    </p:spTree>
    <p:extLst>
      <p:ext uri="{BB962C8B-B14F-4D97-AF65-F5344CB8AC3E}">
        <p14:creationId xmlns:p14="http://schemas.microsoft.com/office/powerpoint/2010/main" val="365596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4176B-4CB3-0408-1F7E-2C56EC42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491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AI usage statistics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5C3E34-8458-3EEA-B6D2-C38C1E18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85" y="995819"/>
            <a:ext cx="10003830" cy="4866362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15C556-22DF-32AD-C063-592ED98D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3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E6850-442F-F95D-EB93-B2CCB8194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02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Resources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17D999-BA57-C1A6-346E-D312A7624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02" y="1186433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https://habr.com/ru/articles/865664/</a:t>
            </a:r>
            <a:endParaRPr lang="ru-RU" dirty="0"/>
          </a:p>
          <a:p>
            <a:r>
              <a:rPr lang="en-US" dirty="0"/>
              <a:t>https://habr.com/ru/articles/902602/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352128-4336-6116-3BE4-6A759B89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910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3FEE7BB-349D-BBEB-8CE8-12774F7CD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775" y="2683658"/>
            <a:ext cx="10515600" cy="1687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>
                <a:solidFill>
                  <a:schemeClr val="accent1"/>
                </a:solidFill>
              </a:rPr>
              <a:t>Thanks for your attention</a:t>
            </a:r>
            <a:r>
              <a:rPr lang="ru-RU" sz="7200" dirty="0">
                <a:solidFill>
                  <a:schemeClr val="accent1"/>
                </a:solidFill>
              </a:rPr>
              <a:t>!!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ED68DD7-B548-084A-24FA-2EB7C0AE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39" y="3872978"/>
            <a:ext cx="4673600" cy="2336800"/>
          </a:xfrm>
          <a:prstGeom prst="rect">
            <a:avLst/>
          </a:prstGeom>
        </p:spPr>
      </p:pic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FE6ABFD9-E7A7-FAA0-57B4-372E56142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9952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7490</TotalTime>
  <Words>404</Words>
  <Application>Microsoft Office PowerPoint</Application>
  <PresentationFormat>Широкоэкранный</PresentationFormat>
  <Paragraphs>53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Тема1</vt:lpstr>
      <vt:lpstr>PROS AND CONS OF AI </vt:lpstr>
      <vt:lpstr>Plan</vt:lpstr>
      <vt:lpstr>Main features</vt:lpstr>
      <vt:lpstr>History of AI </vt:lpstr>
      <vt:lpstr>Pros of AI </vt:lpstr>
      <vt:lpstr>Cons of AI</vt:lpstr>
      <vt:lpstr>How will AI develop further? </vt:lpstr>
      <vt:lpstr>Презентация PowerPoint</vt:lpstr>
      <vt:lpstr>AI usage statistics</vt:lpstr>
      <vt:lpstr>Resources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Stanislav M</cp:lastModifiedBy>
  <cp:revision>108</cp:revision>
  <dcterms:created xsi:type="dcterms:W3CDTF">2023-01-30T07:02:12Z</dcterms:created>
  <dcterms:modified xsi:type="dcterms:W3CDTF">2026-06-09T23:22:15Z</dcterms:modified>
</cp:coreProperties>
</file>