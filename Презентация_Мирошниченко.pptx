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7" r:id="rId1"/>
  </p:sldMasterIdLst>
  <p:notesMasterIdLst>
    <p:notesMasterId r:id="rId10"/>
  </p:notesMasterIdLst>
  <p:sldIdLst>
    <p:sldId id="256" r:id="rId2"/>
    <p:sldId id="280" r:id="rId3"/>
    <p:sldId id="283" r:id="rId4"/>
    <p:sldId id="284" r:id="rId5"/>
    <p:sldId id="285" r:id="rId6"/>
    <p:sldId id="286" r:id="rId7"/>
    <p:sldId id="287" r:id="rId8"/>
    <p:sldId id="288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70" autoAdjust="0"/>
  </p:normalViewPr>
  <p:slideViewPr>
    <p:cSldViewPr snapToGrid="0">
      <p:cViewPr varScale="1">
        <p:scale>
          <a:sx n="108" d="100"/>
          <a:sy n="108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AA1E-80B2-47FC-A439-DF804E9D9EF2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CADCB-B3E7-403E-9F28-1D76587513AB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A8279-5191-4BAE-9EF8-4DB29F9258C6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281A-9A6F-4A88-B468-B3A1D7B194F7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9192-AFCE-4469-956C-DD6A26323BD2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BF8F-C836-45B2-B99E-5F8575814571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ED32-C5DC-4D3C-A25F-1D5F93D77969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4851-3AFF-4C4A-8932-AEC563C7B274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0837-CE8E-44C3-AC8B-0895B1360BC7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F21A-7023-405A-B53C-76939084BD13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6F7BE-13D7-4D31-A19B-6F258E16A078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CD544-2697-4F8C-AC2D-73D47FDB3DD3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23303" y="5392016"/>
            <a:ext cx="5135559" cy="549338"/>
          </a:xfrm>
        </p:spPr>
        <p:txBody>
          <a:bodyPr>
            <a:normAutofit/>
          </a:bodyPr>
          <a:lstStyle/>
          <a:p>
            <a:pPr algn="l"/>
            <a:r>
              <a:rPr lang="ru-RU" b="1" dirty="0" smtClean="0">
                <a:solidFill>
                  <a:schemeClr val="bg1"/>
                </a:solidFill>
              </a:rPr>
              <a:t>Выполнил</a:t>
            </a:r>
            <a:r>
              <a:rPr lang="en-US" b="1" dirty="0" smtClean="0">
                <a:solidFill>
                  <a:schemeClr val="bg1"/>
                </a:solidFill>
              </a:rPr>
              <a:t>: </a:t>
            </a:r>
            <a:r>
              <a:rPr lang="ru-RU" b="1" dirty="0" smtClean="0">
                <a:solidFill>
                  <a:schemeClr val="bg1"/>
                </a:solidFill>
              </a:rPr>
              <a:t>Мирошниченко С. С.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160295" y="237443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ea typeface="Verdana"/>
                <a:cs typeface="Times New Roman" panose="02020603050405020304" pitchFamily="18" charset="0"/>
              </a:rPr>
              <a:t>Проект по учебной практике</a:t>
            </a:r>
            <a:br>
              <a:rPr lang="ru-RU" sz="3600" dirty="0">
                <a:solidFill>
                  <a:schemeClr val="bg1"/>
                </a:solidFill>
                <a:ea typeface="Verdana"/>
                <a:cs typeface="Times New Roman" panose="02020603050405020304" pitchFamily="18" charset="0"/>
              </a:rPr>
            </a:br>
            <a:r>
              <a:rPr lang="ru-RU" sz="3600" b="1" dirty="0">
                <a:solidFill>
                  <a:schemeClr val="bg1"/>
                </a:solidFill>
                <a:ea typeface="Verdana"/>
                <a:cs typeface="Times New Roman" panose="02020603050405020304" pitchFamily="18" charset="0"/>
              </a:rPr>
              <a:t>Разработка сайта и веб приложения </a:t>
            </a:r>
            <a:r>
              <a:rPr lang="ru-RU" sz="3600" b="1" dirty="0" smtClean="0">
                <a:solidFill>
                  <a:schemeClr val="bg1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«</a:t>
            </a:r>
            <a:r>
              <a:rPr lang="en-US" sz="3600" b="1" dirty="0" smtClean="0">
                <a:solidFill>
                  <a:schemeClr val="bg1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7Apex</a:t>
            </a:r>
            <a:r>
              <a:rPr lang="ru-RU" sz="3600" b="1" dirty="0" smtClean="0">
                <a:solidFill>
                  <a:schemeClr val="bg1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»</a:t>
            </a:r>
            <a:endParaRPr lang="ru-RU" sz="3600" dirty="0"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048000" y="133252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ПРАВИТЕЛЬСТВО САНКТ-ПЕТЕРБУРГА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КОМИТЕТ ПО НАУКЕ И ВЫСШЕЙ ШКОЛЕ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Санкт-Петербургское государственное бюджетное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профессиональное образовательное учреждение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«ПЕТРОВСКИЙ КОЛЛЕДЖ»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(СПб ГБПОУ «Петровский колледж»)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Отделение информационных технологий</a:t>
            </a: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623303" y="5941354"/>
            <a:ext cx="3992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400" b="1" dirty="0">
                <a:solidFill>
                  <a:schemeClr val="bg1"/>
                </a:solidFill>
                <a:ea typeface="Verdana"/>
              </a:rPr>
              <a:t>Руководитель: Сергеева М.С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-915362" y="0"/>
            <a:ext cx="10396728" cy="1009218"/>
          </a:xfrm>
        </p:spPr>
        <p:txBody>
          <a:bodyPr>
            <a:normAutofit/>
          </a:bodyPr>
          <a:lstStyle/>
          <a:p>
            <a:pPr algn="ctr"/>
            <a:r>
              <a:rPr lang="ru-RU" sz="5400" dirty="0" smtClean="0"/>
              <a:t>Цель и задачи практики</a:t>
            </a:r>
            <a:endParaRPr lang="ru-RU" sz="540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154069" y="1368562"/>
            <a:ext cx="10396728" cy="39742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600" dirty="0" smtClean="0"/>
              <a:t>Цель – разработать клиентское веб-приложение и десктоп приложение.</a:t>
            </a:r>
          </a:p>
          <a:p>
            <a:pPr marL="0" indent="0">
              <a:buNone/>
            </a:pPr>
            <a:r>
              <a:rPr lang="ru-RU" sz="3600" dirty="0" smtClean="0"/>
              <a:t>Задачи:</a:t>
            </a:r>
          </a:p>
          <a:p>
            <a:pPr marL="514350" indent="-514350">
              <a:buAutoNum type="arabicPeriod"/>
            </a:pPr>
            <a:r>
              <a:rPr lang="ru-RU" sz="3600" dirty="0" smtClean="0"/>
              <a:t>Проанализировать рынок</a:t>
            </a:r>
          </a:p>
          <a:p>
            <a:pPr marL="514350" indent="-514350">
              <a:buAutoNum type="arabicPeriod"/>
            </a:pPr>
            <a:r>
              <a:rPr lang="ru-RU" sz="3600" dirty="0" smtClean="0"/>
              <a:t>Спроектировать базу данных</a:t>
            </a:r>
          </a:p>
          <a:p>
            <a:pPr marL="514350" indent="-514350">
              <a:buAutoNum type="arabicPeriod"/>
            </a:pPr>
            <a:r>
              <a:rPr lang="ru-RU" sz="3600" dirty="0" smtClean="0"/>
              <a:t>Разработать веб-приложение</a:t>
            </a:r>
          </a:p>
          <a:p>
            <a:pPr marL="514350" indent="-514350">
              <a:buAutoNum type="arabicPeriod"/>
            </a:pPr>
            <a:r>
              <a:rPr lang="ru-RU" sz="3600" dirty="0" smtClean="0"/>
              <a:t>Разработать десктоп-приложение</a:t>
            </a:r>
          </a:p>
          <a:p>
            <a:pPr marL="514350" indent="-514350">
              <a:buAutoNum type="arabicPeriod"/>
            </a:pPr>
            <a:r>
              <a:rPr lang="ru-RU" sz="3600" dirty="0" smtClean="0"/>
              <a:t>Протестировать готовое комплексное решение </a:t>
            </a:r>
            <a:endParaRPr lang="ru-RU" sz="36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9276426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7147" y="1365626"/>
            <a:ext cx="630053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/>
              <a:t>Название системы – </a:t>
            </a:r>
            <a:r>
              <a:rPr lang="en-US" sz="3200" dirty="0" smtClean="0"/>
              <a:t>7Apex</a:t>
            </a:r>
          </a:p>
          <a:p>
            <a:pPr marL="0" indent="0">
              <a:buNone/>
            </a:pPr>
            <a:r>
              <a:rPr lang="ru-RU" sz="3200" dirty="0" smtClean="0"/>
              <a:t>Основная деятельность – продажа. профессионального оборудования для походов и организация туров.</a:t>
            </a:r>
          </a:p>
          <a:p>
            <a:pPr marL="0" indent="0">
              <a:buNone/>
            </a:pPr>
            <a:r>
              <a:rPr lang="ru-RU" sz="3200" dirty="0" smtClean="0"/>
              <a:t>Цель создания системы – автоматизация процессов </a:t>
            </a:r>
            <a:r>
              <a:rPr lang="ru-RU" sz="3200" dirty="0" err="1" smtClean="0"/>
              <a:t>интернет-торговли</a:t>
            </a:r>
            <a:r>
              <a:rPr lang="ru-RU" sz="3200" dirty="0"/>
              <a:t>.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737684" y="729916"/>
            <a:ext cx="5069306" cy="562275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68804" y="180292"/>
            <a:ext cx="4318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Описание предметной области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272337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693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33872" y="196334"/>
            <a:ext cx="45736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F9FAF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Анализ существующих аналогов</a:t>
            </a:r>
            <a:endParaRPr lang="ru-RU" b="1" dirty="0">
              <a:solidFill>
                <a:srgbClr val="F9FAF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567" y="1131090"/>
            <a:ext cx="8794518" cy="4985626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448800" y="6499577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08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29852B-3D3C-4853-846D-BE5633367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81406"/>
            <a:ext cx="4563818" cy="456381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38200" y="12200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Инструментальные и системные программные средства</a:t>
            </a:r>
            <a:endParaRPr lang="ru-RU" dirty="0"/>
          </a:p>
        </p:txBody>
      </p:sp>
      <p:pic>
        <p:nvPicPr>
          <p:cNvPr id="7" name="Picture 8" descr="Picture background">
            <a:extLst>
              <a:ext uri="{FF2B5EF4-FFF2-40B4-BE49-F238E27FC236}">
                <a16:creationId xmlns:a16="http://schemas.microsoft.com/office/drawing/2014/main" id="{AEEB2B62-F05B-48A6-B151-90A0AED4D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874" y="1296522"/>
            <a:ext cx="4762496" cy="267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8248" y="3012688"/>
            <a:ext cx="2110264" cy="2722016"/>
          </a:xfrm>
          <a:prstGeom prst="rect">
            <a:avLst/>
          </a:prstGeom>
        </p:spPr>
      </p:pic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388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60300" y="228418"/>
            <a:ext cx="51283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Функции 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web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и 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desktop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приложения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874754"/>
              </p:ext>
            </p:extLst>
          </p:nvPr>
        </p:nvGraphicFramePr>
        <p:xfrm>
          <a:off x="1925054" y="1493718"/>
          <a:ext cx="7957264" cy="4818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927">
                  <a:extLst>
                    <a:ext uri="{9D8B030D-6E8A-4147-A177-3AD203B41FA5}">
                      <a16:colId xmlns:a16="http://schemas.microsoft.com/office/drawing/2014/main" val="2793986795"/>
                    </a:ext>
                  </a:extLst>
                </a:gridCol>
                <a:gridCol w="5958337">
                  <a:extLst>
                    <a:ext uri="{9D8B030D-6E8A-4147-A177-3AD203B41FA5}">
                      <a16:colId xmlns:a16="http://schemas.microsoft.com/office/drawing/2014/main" val="56881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№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Функция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522701"/>
                  </a:ext>
                </a:extLst>
              </a:tr>
              <a:tr h="14900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1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Просмотр </a:t>
                      </a: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каталога автомобилей с фильтрацией по марке, модели, типу кузова, цене, году выпуска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663828575"/>
                  </a:ext>
                </a:extLst>
              </a:tr>
              <a:tr h="7406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2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Поиск </a:t>
                      </a:r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товаров</a:t>
                      </a:r>
                      <a:r>
                        <a:rPr lang="ru-RU" sz="1800" b="0" kern="1200" baseline="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по </a:t>
                      </a:r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названию и описанию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727301"/>
                  </a:ext>
                </a:extLst>
              </a:tr>
              <a:tr h="7406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3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Сортировка </a:t>
                      </a:r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товаров</a:t>
                      </a:r>
                      <a:r>
                        <a:rPr lang="ru-RU" sz="1800" b="0" kern="1200" baseline="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(по </a:t>
                      </a:r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цене, году выпуска, популярности)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499615"/>
                  </a:ext>
                </a:extLst>
              </a:tr>
              <a:tr h="7406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4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Регистрация и авторизация пользователей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431005"/>
                  </a:ext>
                </a:extLst>
              </a:tr>
              <a:tr h="7406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5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Добавление товаров корзину и избранное</a:t>
                      </a:r>
                      <a:endParaRPr lang="ru-RU" sz="1800" b="0" kern="1200" dirty="0" smtClean="0">
                        <a:solidFill>
                          <a:schemeClr val="dk1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121071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3224463" y="1124386"/>
            <a:ext cx="4738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Функции веб-приложения (клиентская часть)</a:t>
            </a:r>
            <a:endParaRPr lang="ru-RU" b="1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9448800" y="6457361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079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7998" y="1334563"/>
            <a:ext cx="10515600" cy="1325563"/>
          </a:xfrm>
        </p:spPr>
        <p:txBody>
          <a:bodyPr>
            <a:normAutofit/>
          </a:bodyPr>
          <a:lstStyle/>
          <a:p>
            <a:r>
              <a:rPr lang="ru-RU" sz="6600" dirty="0" smtClean="0"/>
              <a:t>Заключение</a:t>
            </a:r>
            <a:endParaRPr lang="ru-RU" sz="6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97998" y="305074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 smtClean="0"/>
              <a:t>В ходе разработал программное решение, все поставленные задачи были выполнены.</a:t>
            </a:r>
            <a:endParaRPr lang="ru-RU" sz="4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080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23303" y="5392016"/>
            <a:ext cx="5135559" cy="549338"/>
          </a:xfrm>
        </p:spPr>
        <p:txBody>
          <a:bodyPr>
            <a:normAutofit/>
          </a:bodyPr>
          <a:lstStyle/>
          <a:p>
            <a:pPr algn="l"/>
            <a:r>
              <a:rPr lang="ru-RU" b="1" dirty="0" smtClean="0">
                <a:solidFill>
                  <a:schemeClr val="bg1"/>
                </a:solidFill>
              </a:rPr>
              <a:t>Выполнил</a:t>
            </a:r>
            <a:r>
              <a:rPr lang="en-US" b="1" dirty="0" smtClean="0">
                <a:solidFill>
                  <a:schemeClr val="bg1"/>
                </a:solidFill>
              </a:rPr>
              <a:t>: </a:t>
            </a:r>
            <a:r>
              <a:rPr lang="ru-RU" b="1" dirty="0" smtClean="0">
                <a:solidFill>
                  <a:schemeClr val="bg1"/>
                </a:solidFill>
              </a:rPr>
              <a:t>Мирошниченко С. С.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160295" y="237443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ea typeface="Verdana"/>
                <a:cs typeface="Times New Roman" panose="02020603050405020304" pitchFamily="18" charset="0"/>
              </a:rPr>
              <a:t>Проект по учебной практике</a:t>
            </a:r>
            <a:br>
              <a:rPr lang="ru-RU" sz="3600" dirty="0">
                <a:solidFill>
                  <a:schemeClr val="bg1"/>
                </a:solidFill>
                <a:ea typeface="Verdana"/>
                <a:cs typeface="Times New Roman" panose="02020603050405020304" pitchFamily="18" charset="0"/>
              </a:rPr>
            </a:br>
            <a:r>
              <a:rPr lang="ru-RU" sz="3600" b="1" dirty="0">
                <a:solidFill>
                  <a:schemeClr val="bg1"/>
                </a:solidFill>
                <a:ea typeface="Verdana"/>
                <a:cs typeface="Times New Roman" panose="02020603050405020304" pitchFamily="18" charset="0"/>
              </a:rPr>
              <a:t>Разработка сайта и веб приложения </a:t>
            </a:r>
            <a:r>
              <a:rPr lang="ru-RU" sz="3600" b="1" dirty="0" smtClean="0">
                <a:solidFill>
                  <a:schemeClr val="bg1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«</a:t>
            </a:r>
            <a:r>
              <a:rPr lang="en-US" sz="3600" b="1" dirty="0" smtClean="0">
                <a:solidFill>
                  <a:schemeClr val="bg1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7Apex</a:t>
            </a:r>
            <a:r>
              <a:rPr lang="ru-RU" sz="3600" b="1" dirty="0" smtClean="0">
                <a:solidFill>
                  <a:schemeClr val="bg1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»</a:t>
            </a:r>
            <a:endParaRPr lang="ru-RU" sz="3600" dirty="0"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048000" y="133252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ПРАВИТЕЛЬСТВО САНКТ-ПЕТЕРБУРГА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КОМИТЕТ ПО НАУКЕ И ВЫСШЕЙ ШКОЛЕ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Санкт-Петербургское государственное бюджетное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профессиональное образовательное учреждение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«ПЕТРОВСКИЙ КОЛЛЕДЖ»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(СПб ГБПОУ «Петровский колледж»)</a:t>
            </a:r>
            <a:endParaRPr lang="ru-RU" sz="1600" dirty="0"/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Verdana"/>
                <a:ea typeface="Verdana"/>
                <a:cs typeface="Times New Roman"/>
              </a:rPr>
              <a:t>Отделение информационных технологий</a:t>
            </a: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623303" y="5941354"/>
            <a:ext cx="3992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400" b="1" dirty="0">
                <a:solidFill>
                  <a:schemeClr val="bg1"/>
                </a:solidFill>
                <a:ea typeface="Verdana"/>
              </a:rPr>
              <a:t>Руководитель: Сергеева М.С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401237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7411</TotalTime>
  <Words>248</Words>
  <Application>Microsoft Office PowerPoint</Application>
  <PresentationFormat>Широкоэкранный</PresentationFormat>
  <Paragraphs>56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quote-cjk-patch</vt:lpstr>
      <vt:lpstr>Times New Roman</vt:lpstr>
      <vt:lpstr>Verdana</vt:lpstr>
      <vt:lpstr>Тема1</vt:lpstr>
      <vt:lpstr>Презентация PowerPoint</vt:lpstr>
      <vt:lpstr>Цель и задачи практики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Мирошниченко Станислав Сергеевич</cp:lastModifiedBy>
  <cp:revision>109</cp:revision>
  <dcterms:created xsi:type="dcterms:W3CDTF">2023-01-30T07:02:12Z</dcterms:created>
  <dcterms:modified xsi:type="dcterms:W3CDTF">2026-04-25T08:24:26Z</dcterms:modified>
</cp:coreProperties>
</file>